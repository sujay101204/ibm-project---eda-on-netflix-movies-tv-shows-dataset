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90486" y="2628900"/>
            <a:ext cx="821102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EDA on Netflix Dataset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185987" y="3733800"/>
            <a:ext cx="7820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An analysis of trends in genres, ratings, and popularity.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2190750" y="229552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Project Scope: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An Exploratory Data Analysis (EDA) on a dataset of 9,827 movies and TV shows from 'mymoviedb.csv'.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2190750" y="309562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Objective: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To clean, analyze, and visualize the data to uncover trends, patterns, and key insights into the content library.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190750" y="389572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Key Columns Analyzed: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The analysis focused on `Title`, `Release_Date`, `Popularity`, `Vote_Average`, and `Genre`.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469582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Initial Dataset: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The raw data contained 9,827 unique titles with no initial missing values or duplicates.</a:t>
            </a:r>
            <a:endParaRPr/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3431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1432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943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7434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Overview &amp;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2190750" y="269557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Date Transformation: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The `Release_Date` column was converted from an object to datetime, and then simplified to extract only the **Year** for trend analysis.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190750" y="349567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Feature Reduction: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Dropped non-essential columns (`Overview`, `Original_Language`, `Poster_Url`) to focus the analysis on key metrics.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190750" y="429577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Data Integrity: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Confirmed the dataset was complete with zero duplicate rows or null values, ensuring a clean foundation for analysis.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7432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5433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3434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Preprocessing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85937"/>
            <a:ext cx="5286375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962025" y="2176462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1. Categorizing Ratings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62025" y="27193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The numerical `Vote_Average` (0-10) was statistically categorized into four balanced groups based on quantiles (quartiles).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724650" y="2176462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2. Exploding Genres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724650" y="27193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Titles with multiple genres (e.g., "Action, Adventure") were split. The dataset was "exploded" so each genre gets its own row.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724650" y="38242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This was a critical step, expanding the dataset from 9,827 to </a:t>
            </a: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25,552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rows for highly accurate genre analysis.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62050" y="38242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200150" y="38242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Popular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62050" y="42719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200150" y="42719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Average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62050" y="47196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200150" y="471963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Below Average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162050" y="51673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200150" y="516731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Not Popular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Feature Engineering: Unlocking Insights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2533650" y="5229225"/>
            <a:ext cx="7124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Answer:</a:t>
            </a:r>
            <a:r>
              <a:rPr lang="en-US" sz="1350" b="0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'Drama' is the most frequent genre, appearing 3,715 times (over 14% of all genre entries).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Finding 1: Most Frequent Genre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1528762" y="5586412"/>
            <a:ext cx="9134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Answer:</a:t>
            </a:r>
            <a:r>
              <a:rPr lang="en-US" sz="1350" b="0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The titles are very evenly distributed across the four rating categories, with each representing ~25% of the dataset.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Finding 2: Rating Category Distribution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764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571500" y="1876425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Highest Popularity Movie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71500" y="24193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Movie: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'Spider-Man: No Way Home'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29146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This title had the highest popularity score in the entire dataset by a significant margin.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40767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Genres: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771525" y="45720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09625" y="45720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Action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771525" y="50196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09625" y="50196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Adventure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71525" y="54673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09625" y="54673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Science Fiction</a:t>
            </a:r>
            <a:endParaRPr/>
          </a:p>
        </p:txBody>
      </p:sp>
      <p:pic>
        <p:nvPicPr>
          <p:cNvPr id="159" name="Google Shape;15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764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Finding 3: The Popularity King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38312"/>
            <a:ext cx="5286375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8312"/>
            <a:ext cx="5286375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962025" y="2128837"/>
            <a:ext cx="4730591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'The United States vs. Billie Holiday'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962025" y="30241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One of two films tied for the lowest popularity score in the dataset.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62025" y="38242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Genres: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724650" y="2128837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'Threads'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724650" y="267176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The second film tied for the lowest popularity score.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724650" y="316706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Genres: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162050" y="43195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200150" y="43195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Music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162050" y="47672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200150" y="47672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Drama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162050" y="52149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200150" y="521493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History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924675" y="36623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962775" y="36623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War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924675" y="41100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962775" y="411003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Drama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924675" y="45577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962775" y="455771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Science Fiction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Finding 4: The Lowest Popularity Titles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64022"/>
            <a:ext cx="11049000" cy="4863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1790700" y="5898802"/>
            <a:ext cx="8610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Answer:</a:t>
            </a:r>
            <a:r>
              <a:rPr lang="en-US" sz="1350" b="0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The year </a:t>
            </a:r>
            <a:r>
              <a:rPr lang="en-US" sz="1350" b="1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2020</a:t>
            </a:r>
            <a:r>
              <a:rPr lang="en-US" sz="1350" b="0" i="1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saw the highest number of releases, marking the peak of content production in this dataset.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53057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Finding 5: Peak Year for Releases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/>
        </p:nvSpPr>
        <p:spPr>
          <a:xfrm>
            <a:off x="2190750" y="25050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Dominant Genre: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'Drama' is the most frequent and dominant genre across the dataset.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2190750" y="30003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Peak Popularity: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'Spider-Man: No Way Home' (Action, Adventure, Sci-Fi) is the most popular title.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2190750" y="34956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Lowest Popularity: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'The United States vs. Billie Holiday' and 'Threads' were the least popular.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2190750" y="39909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Peak Year: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2020 was the benchmark year for the highest volume of content releases.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2190750" y="4486275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Rating Balance:</a:t>
            </a:r>
            <a:r>
              <a:rPr lang="en-US" sz="15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 Titles are evenly distributed across all four custom-defined rating categories (Popular, Average, etc.).</a:t>
            </a:r>
            <a:endParaRPr/>
          </a:p>
        </p:txBody>
      </p:sp>
      <p:pic>
        <p:nvPicPr>
          <p:cNvPr id="202" name="Google Shape;20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5527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480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5433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386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5339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Conclusions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4585811" y="3062287"/>
            <a:ext cx="302037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/>
          <p:nvPr/>
        </p:nvSpPr>
        <p:spPr>
          <a:xfrm>
            <a:off x="1824037" y="3890962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4037" y="32651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2919412" y="3258591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http://www.movieposters.com/cdn/shop/products/255053349_408225954164881_580470973376990445_n_1024x1024.jpg?v=1637860151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2919412" y="3504307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www.movieposters.com</a:t>
            </a:r>
            <a:endParaRPr/>
          </a:p>
        </p:txBody>
      </p:sp>
      <p:pic>
        <p:nvPicPr>
          <p:cNvPr id="227" name="Google Shape;22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4037" y="40499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2919412" y="4043362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https://static.vecteezy.com/system/resources/thumbnails/029/465/075/small/red-curve-on-a-black-background-vector.jpg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2919412" y="4289077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Office PowerPoint</Application>
  <PresentationFormat>Widescreen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Sujay Bin</dc:creator>
  <cp:lastModifiedBy>Sujay Bin</cp:lastModifiedBy>
  <cp:revision>1</cp:revision>
  <dcterms:modified xsi:type="dcterms:W3CDTF">2025-11-15T15:45:42Z</dcterms:modified>
</cp:coreProperties>
</file>